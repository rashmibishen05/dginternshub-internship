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3883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9182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4386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471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067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3433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1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837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583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7184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804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265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A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4B38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60120" y="1417320"/>
            <a:ext cx="9870010" cy="144655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WEEK 1 PROJECT REPORT</a:t>
            </a:r>
          </a:p>
          <a:p>
            <a:pPr>
              <a:defRPr sz="2200">
                <a:solidFill>
                  <a:srgbClr val="5A5B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Cybersecurity Lab and Foundational Skills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552" y="4160520"/>
            <a:ext cx="297613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A3A46"/>
                </a:solidFill>
              </a:defRPr>
            </a:pPr>
            <a:r>
              <a:rPr dirty="0"/>
              <a:t>Prepared by: </a:t>
            </a:r>
            <a:r>
              <a:rPr lang="en-US" dirty="0"/>
              <a:t>Rashmi Bishen</a:t>
            </a:r>
          </a:p>
          <a:p>
            <a:pPr>
              <a:defRPr sz="1600">
                <a:solidFill>
                  <a:srgbClr val="3A3A46"/>
                </a:solidFill>
              </a:defRPr>
            </a:pPr>
            <a:r>
              <a:rPr lang="en-US" dirty="0"/>
              <a:t>Intern ID: DG/15/OCT/CYBER/114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652631"/>
            <a:ext cx="344780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938528"/>
            <a:ext cx="105156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Prepare a controlled lab with Kali Linux, Ubuntu, and a Windows evaluation VM.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Linux account management, permissions, process inspection, and scheduling.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core networking concepts and use basic diagnostic tools.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assigned guided security rooms and Bandit levels.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 organized evidence and final documentation.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848957"/>
            <a:ext cx="5556201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Lab Inventory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92958"/>
            <a:ext cx="10515600" cy="21852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2000">
                <a:solidFill>
                  <a:srgbClr val="2D3744"/>
                </a:solidFill>
                <a:latin typeface="Aptos"/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Virtualization: VMware </a:t>
            </a:r>
          </a:p>
          <a:p>
            <a:pPr marL="342900" indent="-342900" algn="just">
              <a:spcAft>
                <a:spcPts val="1200"/>
              </a:spcAft>
              <a:buFont typeface="Arial" panose="020B0604020202020204" pitchFamily="34" charset="0"/>
              <a:buChar char="•"/>
              <a:defRPr sz="2000">
                <a:solidFill>
                  <a:srgbClr val="2D3744"/>
                </a:solidFill>
                <a:latin typeface="Aptos"/>
              </a:defRPr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VMs: Kali Linux, Ubuntu, Windows.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dirty="0"/>
              <a:t>Virtual network: Host-only or NAT Network.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dirty="0"/>
              <a:t>Record adapter settings and clean snapshot names.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dirty="0"/>
              <a:t>Add genuine screenshots of the VM list, IP details, and snapshots.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77240"/>
            <a:ext cx="5184946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Valid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ation</a:t>
            </a:r>
            <a:endParaRPr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685800" y="1920599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IP/prefix, default gateway, DNS, and adapter mode for each VM.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route, ping, traceroute/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tracepath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dig/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where available.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ipconfig /all and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nslookup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 Windows.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Document successful and unsuccessful tests and troubleshooting.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a draw.io topology diagram matching the actual lab.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1147213"/>
            <a:ext cx="4148893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305615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three user accounts and two groups.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Set up a shared folder with suitable ownership and permissions.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Practice find, grep,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ps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ss -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tulpn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other useful Linux commands.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Record at least 30 commands, their purpose, and real output.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a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cron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task and verify that it ran.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6280" y="839230"/>
            <a:ext cx="455605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899483"/>
            <a:ext cx="10515600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Confidentiality: prevent unauthorized access to information.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Integrity: protect data from unauthorized or incorrect changes.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Availability: keep systems and information accessible when needed.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 analysts monitor and investigate alerts; penetration testers evaluate weaknesses within scope.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Incident responders help contain incidents, investigate causes, and restore operations.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777240"/>
            <a:ext cx="844866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Networking and Linux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44850"/>
            <a:ext cx="105156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 addressing and routing support communication between networks.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 addresses support local-link delivery; DNS resolves names; DHCP leases configuration.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Ports identify service endpoints and may expose risk when misconfigured.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permissions control access for owners, groups, and others.</a:t>
            </a:r>
          </a:p>
          <a:p>
            <a:pPr marL="342900" indent="-3429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Threat, vulnerability, exploit, and risk describe different parts of a security problem.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886296"/>
            <a:ext cx="6797310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Platform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6280" y="1920599"/>
            <a:ext cx="105156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assigned rooms, each with its own writeup.</a:t>
            </a:r>
          </a:p>
          <a:p>
            <a:pPr marL="285750" indent="-285750" algn="just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OverTheWire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Bandit: levels 0–10, each documented separately..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804672"/>
            <a:ext cx="6548588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Evidence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043953"/>
            <a:ext cx="10515600" cy="22313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Notes: separate theory files.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Writeups: individual </a:t>
            </a:r>
            <a:r>
              <a:rPr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TryHackMe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Bandit reports.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Findings: lab setup, Linux practice, network diagram, and completion evidence.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Cheat sheet: command, purpose, and use case.</a:t>
            </a:r>
          </a:p>
          <a:p>
            <a:pPr marL="342900" indent="-342900" algn="just">
              <a:spcAft>
                <a:spcPts val="1200"/>
              </a:spcAft>
              <a:buFont typeface="Wingdings" panose="05000000000000000000" pitchFamily="2" charset="2"/>
              <a:buChar char="§"/>
              <a:defRPr sz="19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documents: weekly PDF, PowerPoint presentation, and README.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68276"/>
            <a:ext cx="7225055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700" b="1">
                <a:solidFill>
                  <a:srgbClr val="4B3869"/>
                </a:solidFill>
              </a:defRPr>
            </a:pPr>
            <a:r>
              <a:rPr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Ethics and Closing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00026"/>
            <a:ext cx="10515600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only authorized systems and remain within the agreed scope.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Keep vulnerable VMs isolated from unrelated networks.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 credentials and personal information.</a:t>
            </a:r>
          </a:p>
          <a:p>
            <a:pPr marL="457200" indent="-457200">
              <a:spcAft>
                <a:spcPts val="1200"/>
              </a:spcAft>
              <a:buFont typeface="Wingdings" panose="05000000000000000000" pitchFamily="2" charset="2"/>
              <a:buChar char="§"/>
              <a:defRPr sz="1800">
                <a:solidFill>
                  <a:srgbClr val="30313A"/>
                </a:solidFill>
              </a:defRPr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 the folder and remove all placeholders before sharing.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6510528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D7885"/>
                </a:solidFill>
              </a:defRPr>
            </a:pPr>
            <a:r>
              <a:t>DG Interns HUB • Week 1 •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581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Kunal Jain</cp:lastModifiedBy>
  <cp:revision>4</cp:revision>
  <dcterms:created xsi:type="dcterms:W3CDTF">2013-01-27T09:14:16Z</dcterms:created>
  <dcterms:modified xsi:type="dcterms:W3CDTF">2026-10-23T16:34:21Z</dcterms:modified>
  <cp:category/>
</cp:coreProperties>
</file>